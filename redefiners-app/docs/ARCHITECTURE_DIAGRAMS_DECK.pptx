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B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System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Education  |  March 2026  |  v1.0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2DB8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DB88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914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(React SPA)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0F4D61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011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(:443)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00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dist/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20040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163B32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3200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Web (:3000)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32004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3200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Jobs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42976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336791"/>
          </a:solidFill>
          <a:ln/>
        </p:spPr>
      </p:sp>
      <p:sp>
        <p:nvSpPr>
          <p:cNvPr id="17" name="Text 15"/>
          <p:cNvSpPr/>
          <p:nvPr/>
        </p:nvSpPr>
        <p:spPr>
          <a:xfrm>
            <a:off x="201168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(:5432)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42976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DC382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4297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(:6379)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554480"/>
            <a:ext cx="0" cy="45720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2651760"/>
            <a:ext cx="1737360" cy="548640"/>
          </a:xfrm>
          <a:prstGeom prst="line">
            <a:avLst/>
          </a:prstGeom>
          <a:noFill/>
          <a:ln w="19050">
            <a:solidFill>
              <a:srgbClr val="333333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72000" y="2651760"/>
            <a:ext cx="0" cy="548640"/>
          </a:xfrm>
          <a:prstGeom prst="line">
            <a:avLst/>
          </a:prstGeom>
          <a:noFill/>
          <a:ln w="254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3840480"/>
            <a:ext cx="-1554480" cy="45720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840480"/>
            <a:ext cx="1371600" cy="45720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Component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163B3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(Root)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0F4D6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AuthProvider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18288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0F4D6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ThemeProvider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2286000" cy="548640"/>
          </a:xfrm>
          <a:prstGeom prst="roundRect">
            <a:avLst>
              <a:gd name="adj" fmla="val 10000"/>
            </a:avLst>
          </a:prstGeom>
          <a:solidFill>
            <a:srgbClr val="0F4D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QueryProvider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743200"/>
            <a:ext cx="274320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743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BrowserRouter (156 routes)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2DB88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(96 items)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36576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2DB88A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TopBar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65760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(161 pages)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36576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0" y="36576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(13 comps)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Legend: Green = Contexts | Blue = Router | Orange = Pages | Purple = UI Primitives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Data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DB8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Browser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Request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F4D61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097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Nginx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Termination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0972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097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Route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2286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4a. Static Assets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(SPA dist/)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2286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3B32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4b. API Proxy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(/api/* -&gt; :3000)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22860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3B3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Canvas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Rails Backend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34747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336791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34747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2DB88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4747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Services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097280"/>
                <a:gridCol w="91440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 Check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Canvas (Passenger)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/health_check (30s)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Canvas (Delayed Job)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check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pg_isready (10s)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7 Alpine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 MB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redis-cli ping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nginx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Nginx Alpine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 MB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80, 443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 response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certbot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Certbot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 MB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12h renewal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Memory Allocation: ~7.4 GB (fits 8 GB VPS)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 (Defense in Depth)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163B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Network - SSL/TLS 1.2+, HSTS Preload, Security Headers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1737360"/>
            <a:ext cx="6858000" cy="594360"/>
          </a:xfrm>
          <a:prstGeom prst="roundRect">
            <a:avLst>
              <a:gd name="adj" fmla="val 9231"/>
            </a:avLst>
          </a:prstGeom>
          <a:solidFill>
            <a:srgbClr val="0F4D6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7373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Transport - CSRF Token Validation, Same-Origin Cookies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2468880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468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Application - DOMPurify XSS, RBAC Guards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3200400"/>
            <a:ext cx="4114800" cy="594360"/>
          </a:xfrm>
          <a:prstGeom prst="roundRect">
            <a:avLst>
              <a:gd name="adj" fmla="val 9231"/>
            </a:avLst>
          </a:prstGeom>
          <a:solidFill>
            <a:srgbClr val="2DB88A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32004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Data - Encrypted at Rest, No Client Storage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security findings identified, 24 remediated (77% fix rate)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LMS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F4D61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371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F4D61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371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(ESLint)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F4D61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371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(Vitest)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0F4D6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371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(Vite)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27432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92024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27432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27432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Reload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27432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2DB88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9184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83680" y="1554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1: Build &amp; Test (every PR)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2: Deploy (push to main only)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Diagrams</dc:title>
  <dc:subject>PptxGenJS Presentation</dc:subject>
  <dc:creator>ReDefiners</dc:creator>
  <cp:lastModifiedBy>ReDefiners</cp:lastModifiedBy>
  <cp:revision>1</cp:revision>
  <dcterms:created xsi:type="dcterms:W3CDTF">2026-03-27T12:45:42Z</dcterms:created>
  <dcterms:modified xsi:type="dcterms:W3CDTF">2026-03-27T12:45:42Z</dcterms:modified>
</cp:coreProperties>
</file>