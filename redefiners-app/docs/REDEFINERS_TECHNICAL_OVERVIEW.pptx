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Canvas LMS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Overview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384048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Performance &amp; Architecture | March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6446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https://fineract.us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0F7F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0F7F4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6616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0F7F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35440" y="137160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0F7F4"/>
          </a:solidFill>
          <a:ln/>
        </p:spPr>
      </p:sp>
      <p:sp>
        <p:nvSpPr>
          <p:cNvPr id="14" name="Text 12"/>
          <p:cNvSpPr/>
          <p:nvPr/>
        </p:nvSpPr>
        <p:spPr>
          <a:xfrm>
            <a:off x="9235440" y="14630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235440" y="21945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Variants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3291840"/>
            <a:ext cx="109728" cy="109728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154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React SPA frontend replacing default Canvas UI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886200"/>
            <a:ext cx="109728" cy="109728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at https://fineract.us on Hostinger VPS (8GB RAM, 2 vCPU)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4480560"/>
            <a:ext cx="109728" cy="109728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4343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architecture: web, jobs, postgres, redis, nginx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4400" y="5074920"/>
            <a:ext cx="109728" cy="109728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 with auto-deploy on push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5669280"/>
            <a:ext cx="109728" cy="109728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5532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SSL/TLS via Let's Encrypt with auto-renewal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1E4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Browser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6459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163B32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828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240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+ Reverse Proxy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109728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2DB88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2801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155+ routes at /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256032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F6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27432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3154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Rails 8 at /api/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0" y="164592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32720" y="1645920"/>
            <a:ext cx="1371600" cy="1188720"/>
          </a:xfrm>
          <a:prstGeom prst="roundRect">
            <a:avLst>
              <a:gd name="adj" fmla="val 7692"/>
            </a:avLst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10332720" y="1828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33272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240280"/>
            <a:ext cx="640080" cy="0"/>
          </a:xfrm>
          <a:prstGeom prst="line">
            <a:avLst/>
          </a:prstGeom>
          <a:noFill/>
          <a:ln w="25400">
            <a:solidFill>
              <a:srgbClr val="2DB88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03520" y="1691640"/>
            <a:ext cx="640080" cy="0"/>
          </a:xfrm>
          <a:prstGeom prst="line">
            <a:avLst/>
          </a:prstGeom>
          <a:noFill/>
          <a:ln w="25400">
            <a:solidFill>
              <a:srgbClr val="2DB8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303520" y="3154680"/>
            <a:ext cx="640080" cy="0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46720" y="2240280"/>
            <a:ext cx="64008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200400" y="4572000"/>
            <a:ext cx="5760720" cy="1097280"/>
          </a:xfrm>
          <a:prstGeom prst="roundRect">
            <a:avLst>
              <a:gd name="adj" fmla="val 8333"/>
            </a:avLst>
          </a:prstGeom>
          <a:solidFill>
            <a:srgbClr val="163B32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4663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 Pipeline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00400" y="51206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to main  &gt;  Build (Vite)  &gt;  SCP to Server  &gt;  Nginx Reload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Improvements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0F7F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17320"/>
            <a:ext cx="548640" cy="548640"/>
          </a:xfrm>
          <a:prstGeom prst="ellipse">
            <a:avLst/>
          </a:prstGeom>
          <a:solidFill>
            <a:srgbClr val="163B32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Cookie-based sessions, AuthContext, ProtectedRoute, CSRF tokens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163B32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XSS Prevention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2697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DOMPurify sanitization, React JSX escaping, CSP headers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0F7F4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163B32"/>
          </a:solidFill>
          <a:ln/>
        </p:spPr>
      </p:sp>
      <p:sp>
        <p:nvSpPr>
          <p:cNvPr id="14" name="Text 12"/>
          <p:cNvSpPr/>
          <p:nvPr/>
        </p:nvSpPr>
        <p:spPr>
          <a:xfrm>
            <a:off x="1737360" y="3337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Security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3703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SSL/TLS, HSTS, X-Frame-Options, Nginx reverse proxy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29768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163B32"/>
          </a:solidFill>
          <a:ln/>
        </p:spPr>
      </p:sp>
      <p:sp>
        <p:nvSpPr>
          <p:cNvPr id="18" name="Text 16"/>
          <p:cNvSpPr/>
          <p:nvPr/>
        </p:nvSpPr>
        <p:spPr>
          <a:xfrm>
            <a:off x="17373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UFW firewall, Docker isolation, SSH key auth, resource limits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5303520"/>
            <a:ext cx="10698480" cy="822960"/>
          </a:xfrm>
          <a:prstGeom prst="roundRect">
            <a:avLst>
              <a:gd name="adj" fmla="val 8889"/>
            </a:avLst>
          </a:prstGeom>
          <a:solidFill>
            <a:srgbClr val="F0F7F4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5440680"/>
            <a:ext cx="548640" cy="548640"/>
          </a:xfrm>
          <a:prstGeom prst="ellipse">
            <a:avLst/>
          </a:prstGeom>
          <a:solidFill>
            <a:srgbClr val="163B32"/>
          </a:solidFill>
          <a:ln/>
        </p:spPr>
      </p:sp>
      <p:sp>
        <p:nvSpPr>
          <p:cNvPr id="22" name="Text 20"/>
          <p:cNvSpPr/>
          <p:nvPr/>
        </p:nvSpPr>
        <p:spPr>
          <a:xfrm>
            <a:off x="1737360" y="5349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37360" y="5715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validation, env vars for secrets, no sensitive URL params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with Puppeteer + Chrome DevTools Protocol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463040"/>
          <a:ext cx="94183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2860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B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TTFB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200ms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567ms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1800ms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 Interactive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500ms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Page Load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1687ms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3000ms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 Heap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21.3MB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50MB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Optimization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63B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Chunks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route loads only its own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63B3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341KB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Bundle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~2MB monolithic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63B3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30d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TTL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static assets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0" y="13716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63B32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GZIP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354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235440" y="2606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compresses all text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794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chunk separation (React, Router, TanStack Query)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48056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343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shaking for Lucide icons (individual imports)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02920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4892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DOMPurify in separate 22KB chunk (loaded on demand)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557784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54406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caching with staleTime=60s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0F7F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0F2922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5544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Dark Accent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theme with dark teal sidebar and orange accents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0F7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5544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1E4D42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5544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2DB88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Teal Classic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teal with green accent colors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37160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0F7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0" y="15544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1A1A2E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6960" y="15544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4FC3F7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66960" y="16002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Blue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2104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navy with cool blue highlights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14400" y="457200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4434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switching via CSS custom properties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14400" y="507492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49377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login page variants (Classic, Aurora, Glass, Minimal, Landscape)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557784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54406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persisted in localStorage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14400" y="608076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59436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ThemeContext provides state to all components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Verification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5-Step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163B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457200" cy="0"/>
          </a:xfrm>
          <a:prstGeom prst="line">
            <a:avLst/>
          </a:prstGeom>
          <a:noFill/>
          <a:ln w="25400">
            <a:solidFill>
              <a:srgbClr val="2DB8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173736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163B32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2057400"/>
            <a:ext cx="457200" cy="0"/>
          </a:xfrm>
          <a:prstGeom prst="line">
            <a:avLst/>
          </a:prstGeom>
          <a:noFill/>
          <a:ln w="25400">
            <a:solidFill>
              <a:srgbClr val="2DB8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03520" y="173736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163B32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2057400"/>
            <a:ext cx="457200" cy="0"/>
          </a:xfrm>
          <a:prstGeom prst="line">
            <a:avLst/>
          </a:prstGeom>
          <a:noFill/>
          <a:ln w="25400">
            <a:solidFill>
              <a:srgbClr val="2DB8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173736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163B32"/>
          </a:solidFill>
          <a:ln/>
        </p:spPr>
      </p:sp>
      <p:sp>
        <p:nvSpPr>
          <p:cNvPr id="15" name="Text 13"/>
          <p:cNvSpPr/>
          <p:nvPr/>
        </p:nvSpPr>
        <p:spPr>
          <a:xfrm>
            <a:off x="758952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418320" y="2057400"/>
            <a:ext cx="457200" cy="0"/>
          </a:xfrm>
          <a:prstGeom prst="line">
            <a:avLst/>
          </a:prstGeom>
          <a:noFill/>
          <a:ln w="25400">
            <a:solidFill>
              <a:srgbClr val="2DB8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875520" y="173736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163B32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0" y="1783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0F7F4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Verified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9260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0F7F4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38328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Operations Tested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09360" y="29260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0F7F4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0936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DevTools Audits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235440" y="29260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0F7F4"/>
          </a:solidFill>
          <a:ln/>
        </p:spPr>
      </p:sp>
      <p:sp>
        <p:nvSpPr>
          <p:cNvPr id="29" name="Text 27"/>
          <p:cNvSpPr/>
          <p:nvPr/>
        </p:nvSpPr>
        <p:spPr>
          <a:xfrm>
            <a:off x="9235440" y="30175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235440" y="3657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Types Tested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466344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720" y="4526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DevTools Protocol performance audit (TTFB, FCP, CLS, heap)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516636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34" name="Text 32"/>
          <p:cNvSpPr/>
          <p:nvPr/>
        </p:nvSpPr>
        <p:spPr>
          <a:xfrm>
            <a:off x="1188720" y="5029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waterfall analysis and failed request monitoring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14400" y="566928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36" name="Text 34"/>
          <p:cNvSpPr/>
          <p:nvPr/>
        </p:nvSpPr>
        <p:spPr>
          <a:xfrm>
            <a:off x="1188720" y="55321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tested for Admin, Teacher, Student personas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4400" y="6172200"/>
            <a:ext cx="91440" cy="91440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38" name="Text 36"/>
          <p:cNvSpPr/>
          <p:nvPr/>
        </p:nvSpPr>
        <p:spPr>
          <a:xfrm>
            <a:off x="1188720" y="60350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 error monitoring across all 155+ routes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163B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73152" cy="73152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013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73152" cy="73152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258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(build + HMR)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73152" cy="73152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7157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73152" cy="73152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1729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shadcn/ui Components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73152" cy="73152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630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v7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4400" y="4206240"/>
            <a:ext cx="73152" cy="73152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0873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TanStack Query v5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663440"/>
            <a:ext cx="73152" cy="73152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544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DOMPurify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5120640"/>
            <a:ext cx="73152" cy="73152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50017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TinyMCE Editor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5577840"/>
            <a:ext cx="73152" cy="73152"/>
          </a:xfrm>
          <a:prstGeom prst="ellipse">
            <a:avLst/>
          </a:prstGeom>
          <a:solidFill>
            <a:srgbClr val="2DB88A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54589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 Icons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1188720"/>
            <a:ext cx="5394960" cy="5029200"/>
          </a:xfrm>
          <a:prstGeom prst="roundRect">
            <a:avLst>
              <a:gd name="adj" fmla="val 1818"/>
            </a:avLst>
          </a:prstGeom>
          <a:solidFill>
            <a:srgbClr val="163B32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Infrastructure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66560" y="192024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18013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LMS (Rails 8)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766560" y="237744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2258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766560" y="283464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27157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7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66560" y="329184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31729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(SSL + Proxy)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766560" y="374904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7040880" y="3630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66560" y="420624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40873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Certbot (Let's Encrypt)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766560" y="466344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9" name="Text 37"/>
          <p:cNvSpPr/>
          <p:nvPr/>
        </p:nvSpPr>
        <p:spPr>
          <a:xfrm>
            <a:off x="7040880" y="45445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766560" y="512064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1" name="Text 39"/>
          <p:cNvSpPr/>
          <p:nvPr/>
        </p:nvSpPr>
        <p:spPr>
          <a:xfrm>
            <a:off x="7040880" y="50017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Hostinger VPS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766560" y="5577840"/>
            <a:ext cx="73152" cy="7315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3" name="Text 41"/>
          <p:cNvSpPr/>
          <p:nvPr/>
        </p:nvSpPr>
        <p:spPr>
          <a:xfrm>
            <a:off x="7040880" y="54589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UFW Firewall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Data 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7F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teachers, 24 students, 5 admin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7F4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Spanish, Biology, English, CS, Math +6 more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2801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7F4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093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Essays, labs, presentations, quizzes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35440" y="12801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7F4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3544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Quizzes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18320" y="2651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per course: midterm, vocab, final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7F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1,014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7200" y="4846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5212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Graded with realistic scores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3840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7F4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4114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3383280" y="4846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66160" y="5212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Threaded with student replies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3840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7F4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4114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309360" y="4846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240" y="5212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 + presentation rubrics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35440" y="38404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0F7F4"/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4114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9235440" y="4846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 Pages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18320" y="5212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content and guides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F0F7F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716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539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554480" y="1234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(CloudFlare)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asset delivery + DDoS protection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24028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54480" y="2103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Notifications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54480" y="2423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alerts for messages and grades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92608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F0F7F4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310896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FB8C0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554480" y="2971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+ Service Worker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2918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access and app-like experience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379476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397764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E53935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77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54480" y="3840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Tests (Playwright)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160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regression testing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66344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F0F7F4"/>
          </a:solidFill>
          <a:ln/>
        </p:spPr>
      </p:sp>
      <p:sp>
        <p:nvSpPr>
          <p:cNvPr id="25" name="Shape 23"/>
          <p:cNvSpPr/>
          <p:nvPr/>
        </p:nvSpPr>
        <p:spPr>
          <a:xfrm>
            <a:off x="914400" y="484632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FB8C00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55448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Sentry Error Monitoring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50292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error tracking and alerting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53212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5715000"/>
            <a:ext cx="457200" cy="365760"/>
          </a:xfrm>
          <a:prstGeom prst="roundRect">
            <a:avLst>
              <a:gd name="adj" fmla="val 12500"/>
            </a:avLst>
          </a:prstGeom>
          <a:solidFill>
            <a:srgbClr val="43A047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715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554480" y="55778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(Multi-language)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554480" y="5897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Spanish, French, and more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9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B88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3200400"/>
            <a:ext cx="27432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ReDefiners World Languages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https://fineract.us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stephencoduor/redefiners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63B3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6446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B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React + Canvas LMS + Tailwind CSS + shadcn/ui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ReDefiners World Languages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Security &amp; Performance Technical Overview</dc:subject>
  <dc:creator>ReDefiners Development Team</dc:creator>
  <cp:lastModifiedBy>ReDefiners Development Team</cp:lastModifiedBy>
  <cp:revision>1</cp:revision>
  <dcterms:created xsi:type="dcterms:W3CDTF">2026-03-27T07:53:03Z</dcterms:created>
  <dcterms:modified xsi:type="dcterms:W3CDTF">2026-03-27T07:53:03Z</dcterms:modified>
</cp:coreProperties>
</file>