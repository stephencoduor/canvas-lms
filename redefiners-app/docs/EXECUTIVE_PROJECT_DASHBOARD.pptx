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B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Project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B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ReDefiners LMS Custom Frontend - Status Report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45720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D8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ReDefiners Education  |  March 2026  |  v1.0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206240"/>
            <a:ext cx="9144000" cy="45720"/>
          </a:xfrm>
          <a:prstGeom prst="rect">
            <a:avLst/>
          </a:prstGeom>
          <a:solidFill>
            <a:srgbClr val="2DB88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3B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Status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9144000" cy="36576"/>
          </a:xfrm>
          <a:prstGeom prst="rect">
            <a:avLst/>
          </a:prstGeom>
          <a:solidFill>
            <a:srgbClr val="2DB88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ReDefiners LMS  |  Confidential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7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88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Status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B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TRACK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514600" y="109728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7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14600" y="1188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14600" y="15544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4D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12/12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0" y="109728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7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0" y="1188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0" y="15544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B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629400" y="109728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7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29400" y="1188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629400" y="15544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B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Budget</a:t>
            </a:r>
            <a:endParaRPr lang="en-US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9260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  <a:gridCol w="18288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Milestone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B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B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B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B3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HTML Theme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 2025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 2025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React SPA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Feb 2026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Feb 2026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Deployment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 2026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 2026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Documentation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 2026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 2026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3B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Deliverables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9144000" cy="36576"/>
          </a:xfrm>
          <a:prstGeom prst="rect">
            <a:avLst/>
          </a:prstGeom>
          <a:solidFill>
            <a:srgbClr val="2DB88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ReDefiners LMS  |  Confidential</a:t>
            </a:r>
            <a:endParaRPr lang="en-US" sz="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371600"/>
                <a:gridCol w="1371600"/>
                <a:gridCol w="13716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Deliverable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B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B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B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B3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Static HTML Pages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230+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React Page Components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160+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Service Modules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Verification Screenshots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Documentation Files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Login Variants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Theme Variants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Seeded Demo Users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3B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Metrics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9144000" cy="36576"/>
          </a:xfrm>
          <a:prstGeom prst="rect">
            <a:avLst/>
          </a:prstGeom>
          <a:solidFill>
            <a:srgbClr val="2DB88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ReDefiners LMS  |  Confidential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18288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7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88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TTFB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B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176ms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&lt; 300ms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14400" y="2377440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2DB88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14600" y="1097280"/>
            <a:ext cx="18288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7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14600" y="1188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14600" y="14630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B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567ms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514600" y="2011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&lt; 1500ms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971800" y="2377440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2DB88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1097280"/>
            <a:ext cx="18288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7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0" y="1188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0" y="14630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B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0.000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572000" y="2011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&lt; 0.1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029200" y="2377440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2DB88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629400" y="1097280"/>
            <a:ext cx="18288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7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629400" y="1188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29400" y="14630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B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64.9KB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629400" y="2011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&lt; 100KB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086600" y="2377440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2DB88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Core Web Vitals rated GOOD - measured via Chrome DevTools Protocol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3B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Posture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9144000" cy="36576"/>
          </a:xfrm>
          <a:prstGeom prst="rect">
            <a:avLst/>
          </a:prstGeom>
          <a:solidFill>
            <a:srgbClr val="2DB88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ReDefiners LMS  |  Confidential</a:t>
            </a:r>
            <a:endParaRPr lang="en-US" sz="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  <a:gridCol w="18288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B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Found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B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B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B3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 of findings remediated. All critical items addressed. Remaining items are low-severity UI hardening.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3B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 &amp; Roadmap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9144000" cy="36576"/>
          </a:xfrm>
          <a:prstGeom prst="rect">
            <a:avLst/>
          </a:prstGeom>
          <a:solidFill>
            <a:srgbClr val="2DB88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ReDefiners LMS  |  Confidential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371600"/>
                <a:gridCol w="1371600"/>
                <a:gridCol w="13716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Initiative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B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Priority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B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Timeline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B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B3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WCAG 2.1 AA Compliance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Q2 2026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Playwright E2E Tests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Q2 2026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CDN Integration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Q2 2026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DevOps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Sentry Error Monitoring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Q2 2026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DevOps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PWA / Service Worker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Q2 2026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WebSocket Notifications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Q3 2026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Mobile App (React Native)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Q3-Q4 2026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Multi-language (i18n)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Q3 2026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Executive Project Dashboard</dc:title>
  <dc:subject>PptxGenJS Presentation</dc:subject>
  <dc:creator>ReDefiners</dc:creator>
  <cp:lastModifiedBy>ReDefiners</cp:lastModifiedBy>
  <cp:revision>1</cp:revision>
  <dcterms:created xsi:type="dcterms:W3CDTF">2026-03-27T12:45:42Z</dcterms:created>
  <dcterms:modified xsi:type="dcterms:W3CDTF">2026-03-27T12:45:42Z</dcterms:modified>
</cp:coreProperties>
</file>