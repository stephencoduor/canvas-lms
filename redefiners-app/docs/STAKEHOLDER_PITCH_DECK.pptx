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Learning Experience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Canvas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Education  |  March 2026  |  v1.0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2DB8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D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2DB88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 the Canvas UI?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interface that doesn't reflect institutional brand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design patterns reducing student engagement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theme customization without code changes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dark mode or modern accessibility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navigation frustrating for new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4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of institutions cite UI/UX as a key factor in LMS satisfaction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4D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2DB88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Custom Frontend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Branded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pages matching ReDefiners identity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Blazing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567ms FCP, 176ms TTFB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Themes + Dark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choice with instant switching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on all devices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918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compliant, FERPA ready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264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Stack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TypeScript, Vite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30175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6032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Users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6344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30175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76656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3-Year 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3-Year Benefit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Benefit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$84,020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 Period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month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Canvas Cloud License Avoided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deployment eliminates Canvas Cloud licensing costs while providing full customization control.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LMS Experience?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https://fineract.us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ReDefiners Education Foundation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ReDefiners LMS - Stakeholder Pitch</dc:title>
  <dc:subject>PptxGenJS Presentation</dc:subject>
  <dc:creator>ReDefiners</dc:creator>
  <cp:lastModifiedBy>ReDefiners</cp:lastModifiedBy>
  <cp:revision>1</cp:revision>
  <dcterms:created xsi:type="dcterms:W3CDTF">2026-03-27T12:45:42Z</dcterms:created>
  <dcterms:modified xsi:type="dcterms:W3CDTF">2026-03-27T12:45:42Z</dcterms:modified>
</cp:coreProperties>
</file>